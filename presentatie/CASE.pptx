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5DCD1-FD93-44E4-A98B-C1BDC568E7A8}" v="319" dt="2025-12-11T16:04:08.3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9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iggy Verboven" userId="472a71a4e74e1ad2" providerId="Windows Live" clId="Web-{9B45DCD1-FD93-44E4-A98B-C1BDC568E7A8}"/>
    <pc:docChg chg="modSld">
      <pc:chgData name="Ziggy Verboven" userId="472a71a4e74e1ad2" providerId="Windows Live" clId="Web-{9B45DCD1-FD93-44E4-A98B-C1BDC568E7A8}" dt="2025-12-11T16:04:08.334" v="320" actId="20577"/>
      <pc:docMkLst>
        <pc:docMk/>
      </pc:docMkLst>
      <pc:sldChg chg="modSp">
        <pc:chgData name="Ziggy Verboven" userId="472a71a4e74e1ad2" providerId="Windows Live" clId="Web-{9B45DCD1-FD93-44E4-A98B-C1BDC568E7A8}" dt="2025-12-11T15:34:59.303" v="133" actId="20577"/>
        <pc:sldMkLst>
          <pc:docMk/>
          <pc:sldMk cId="401264868" sldId="257"/>
        </pc:sldMkLst>
        <pc:spChg chg="mod">
          <ac:chgData name="Ziggy Verboven" userId="472a71a4e74e1ad2" providerId="Windows Live" clId="Web-{9B45DCD1-FD93-44E4-A98B-C1BDC568E7A8}" dt="2025-12-11T15:34:59.303" v="133" actId="20577"/>
          <ac:spMkLst>
            <pc:docMk/>
            <pc:sldMk cId="401264868" sldId="257"/>
            <ac:spMk id="3" creationId="{2C4B0FC0-5FAF-66AE-601B-F1BAB6FA766F}"/>
          </ac:spMkLst>
        </pc:spChg>
      </pc:sldChg>
      <pc:sldChg chg="modSp">
        <pc:chgData name="Ziggy Verboven" userId="472a71a4e74e1ad2" providerId="Windows Live" clId="Web-{9B45DCD1-FD93-44E4-A98B-C1BDC568E7A8}" dt="2025-12-11T16:04:08.334" v="320" actId="20577"/>
        <pc:sldMkLst>
          <pc:docMk/>
          <pc:sldMk cId="672993214" sldId="258"/>
        </pc:sldMkLst>
        <pc:spChg chg="mod">
          <ac:chgData name="Ziggy Verboven" userId="472a71a4e74e1ad2" providerId="Windows Live" clId="Web-{9B45DCD1-FD93-44E4-A98B-C1BDC568E7A8}" dt="2025-12-11T16:04:08.334" v="320" actId="20577"/>
          <ac:spMkLst>
            <pc:docMk/>
            <pc:sldMk cId="672993214" sldId="258"/>
            <ac:spMk id="3" creationId="{7F1C7C0B-3A84-333E-B934-13DF52FC7225}"/>
          </ac:spMkLst>
        </pc:spChg>
      </pc:sldChg>
      <pc:sldChg chg="modSp">
        <pc:chgData name="Ziggy Verboven" userId="472a71a4e74e1ad2" providerId="Windows Live" clId="Web-{9B45DCD1-FD93-44E4-A98B-C1BDC568E7A8}" dt="2025-12-11T16:03:48.022" v="318" actId="14100"/>
        <pc:sldMkLst>
          <pc:docMk/>
          <pc:sldMk cId="3838526339" sldId="259"/>
        </pc:sldMkLst>
        <pc:spChg chg="mod">
          <ac:chgData name="Ziggy Verboven" userId="472a71a4e74e1ad2" providerId="Windows Live" clId="Web-{9B45DCD1-FD93-44E4-A98B-C1BDC568E7A8}" dt="2025-12-11T16:03:48.022" v="318" actId="14100"/>
          <ac:spMkLst>
            <pc:docMk/>
            <pc:sldMk cId="3838526339" sldId="259"/>
            <ac:spMk id="3" creationId="{05912A0E-CC01-293D-3487-400E82AD229E}"/>
          </ac:spMkLst>
        </pc:spChg>
      </pc:sldChg>
      <pc:sldChg chg="modSp">
        <pc:chgData name="Ziggy Verboven" userId="472a71a4e74e1ad2" providerId="Windows Live" clId="Web-{9B45DCD1-FD93-44E4-A98B-C1BDC568E7A8}" dt="2025-12-11T16:03:27.693" v="313" actId="20577"/>
        <pc:sldMkLst>
          <pc:docMk/>
          <pc:sldMk cId="1962035413" sldId="260"/>
        </pc:sldMkLst>
        <pc:spChg chg="mod">
          <ac:chgData name="Ziggy Verboven" userId="472a71a4e74e1ad2" providerId="Windows Live" clId="Web-{9B45DCD1-FD93-44E4-A98B-C1BDC568E7A8}" dt="2025-12-11T16:03:27.693" v="313" actId="20577"/>
          <ac:spMkLst>
            <pc:docMk/>
            <pc:sldMk cId="1962035413" sldId="260"/>
            <ac:spMk id="3" creationId="{7092B6BE-91ED-24A4-15A0-05B6F10C7F77}"/>
          </ac:spMkLst>
        </pc:spChg>
      </pc:sldChg>
      <pc:sldChg chg="modSp">
        <pc:chgData name="Ziggy Verboven" userId="472a71a4e74e1ad2" providerId="Windows Live" clId="Web-{9B45DCD1-FD93-44E4-A98B-C1BDC568E7A8}" dt="2025-12-11T16:03:33.162" v="314" actId="20577"/>
        <pc:sldMkLst>
          <pc:docMk/>
          <pc:sldMk cId="70336122" sldId="261"/>
        </pc:sldMkLst>
        <pc:spChg chg="mod">
          <ac:chgData name="Ziggy Verboven" userId="472a71a4e74e1ad2" providerId="Windows Live" clId="Web-{9B45DCD1-FD93-44E4-A98B-C1BDC568E7A8}" dt="2025-12-11T16:03:33.162" v="314" actId="20577"/>
          <ac:spMkLst>
            <pc:docMk/>
            <pc:sldMk cId="70336122" sldId="261"/>
            <ac:spMk id="3" creationId="{EF63539A-1A87-7D9E-69BE-B8DBF8E35DCC}"/>
          </ac:spMkLst>
        </pc:spChg>
      </pc:sldChg>
      <pc:sldChg chg="modSp">
        <pc:chgData name="Ziggy Verboven" userId="472a71a4e74e1ad2" providerId="Windows Live" clId="Web-{9B45DCD1-FD93-44E4-A98B-C1BDC568E7A8}" dt="2025-12-11T16:03:13.303" v="310" actId="20577"/>
        <pc:sldMkLst>
          <pc:docMk/>
          <pc:sldMk cId="2646111747" sldId="262"/>
        </pc:sldMkLst>
        <pc:spChg chg="mod">
          <ac:chgData name="Ziggy Verboven" userId="472a71a4e74e1ad2" providerId="Windows Live" clId="Web-{9B45DCD1-FD93-44E4-A98B-C1BDC568E7A8}" dt="2025-12-11T16:03:13.303" v="310" actId="20577"/>
          <ac:spMkLst>
            <pc:docMk/>
            <pc:sldMk cId="2646111747" sldId="262"/>
            <ac:spMk id="3" creationId="{0F7A054C-99BC-446C-3095-1232CC2B3230}"/>
          </ac:spMkLst>
        </pc:spChg>
      </pc:sldChg>
      <pc:sldChg chg="modSp">
        <pc:chgData name="Ziggy Verboven" userId="472a71a4e74e1ad2" providerId="Windows Live" clId="Web-{9B45DCD1-FD93-44E4-A98B-C1BDC568E7A8}" dt="2025-12-11T16:03:07.896" v="309" actId="20577"/>
        <pc:sldMkLst>
          <pc:docMk/>
          <pc:sldMk cId="698693725" sldId="263"/>
        </pc:sldMkLst>
        <pc:spChg chg="mod">
          <ac:chgData name="Ziggy Verboven" userId="472a71a4e74e1ad2" providerId="Windows Live" clId="Web-{9B45DCD1-FD93-44E4-A98B-C1BDC568E7A8}" dt="2025-12-11T16:03:07.896" v="309" actId="20577"/>
          <ac:spMkLst>
            <pc:docMk/>
            <pc:sldMk cId="698693725" sldId="263"/>
            <ac:spMk id="3" creationId="{7D881B9B-72F8-0A9E-1192-FC572570AD67}"/>
          </ac:spMkLst>
        </pc:spChg>
      </pc:sldChg>
      <pc:sldChg chg="modSp">
        <pc:chgData name="Ziggy Verboven" userId="472a71a4e74e1ad2" providerId="Windows Live" clId="Web-{9B45DCD1-FD93-44E4-A98B-C1BDC568E7A8}" dt="2025-12-11T16:03:03.943" v="308" actId="20577"/>
        <pc:sldMkLst>
          <pc:docMk/>
          <pc:sldMk cId="1298428532" sldId="264"/>
        </pc:sldMkLst>
        <pc:spChg chg="mod">
          <ac:chgData name="Ziggy Verboven" userId="472a71a4e74e1ad2" providerId="Windows Live" clId="Web-{9B45DCD1-FD93-44E4-A98B-C1BDC568E7A8}" dt="2025-12-11T16:03:03.943" v="308" actId="20577"/>
          <ac:spMkLst>
            <pc:docMk/>
            <pc:sldMk cId="1298428532" sldId="264"/>
            <ac:spMk id="3" creationId="{A609AF3E-C814-9F91-FE57-EBCFDF6482AB}"/>
          </ac:spMkLst>
        </pc:spChg>
        <pc:picChg chg="mod">
          <ac:chgData name="Ziggy Verboven" userId="472a71a4e74e1ad2" providerId="Windows Live" clId="Web-{9B45DCD1-FD93-44E4-A98B-C1BDC568E7A8}" dt="2025-12-11T16:02:56.037" v="305" actId="1076"/>
          <ac:picMkLst>
            <pc:docMk/>
            <pc:sldMk cId="1298428532" sldId="264"/>
            <ac:picMk id="7" creationId="{C296C885-3288-DB2A-F6FE-6727EA50086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9D183D-B261-AA3F-6CDC-9C006AE9E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E70DFCDA-81D8-6122-FBB8-7CA4AFD2E5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2704288-F77E-54CC-A5B6-3AB50866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F29792-541F-3E31-E189-A9B8093D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943BA7C-1EB5-CB88-270F-9AD8DC0F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5206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C551B0-C2B2-9872-0852-628BA3383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67F4F0-DC75-53C5-A734-7D6C163D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D1B3E0B-88B3-CA45-9900-008CF3A79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52C03B5-9013-D1FB-A865-D83D6F6C7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F4D3F9F-84D2-D807-0622-29586EA5A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67646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93DE1B-C197-A78D-B8AB-45ADC81D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62A12C9-5E53-C906-EFCC-D187D5C8F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ECCBEDF-A5AE-6B33-FB64-2654ACA7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664259F-91C4-88D5-F2F6-197A17397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6388A6B-A87F-7102-9590-66A99510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774059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D3F699-3CDB-ACAC-1F31-1182C17CF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C90D3AD-268E-C799-7A4F-C9E30AD497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14153022-0EE1-79A4-68C9-C505488D5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96DDFBE-F4DC-C7CE-E582-6D9F0605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D4435F9-AB11-FAE5-7143-932B30678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90A2D01-E59F-16DB-B464-A79415F6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851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C7DE1B-BFF3-AB93-A191-DC8ECDC97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1E39A1A-E01E-7B0E-9851-9651598D08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8490F30-5411-3D3A-9527-269071589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41BC6FF-DCBA-AAF9-FACC-821DC7E873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59C51689-AEFF-6163-55D2-FE7C01DF1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4033978C-752E-DE50-366B-D6C6E4927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6924388-4A54-46D2-2117-8F5B71531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25055294-83DD-0A36-9C57-70BA8138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671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6A54B9-BCB0-E421-B4B1-81E50EB1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701938C-3093-3F99-F034-96C70767E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6CCE75A-AEB9-679D-BA1D-4CF0D956C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38CABB-7239-09C6-A2FE-C2277D8FB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028715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041614EC-E7AF-8A8F-B94C-C23DC5EDE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E68B266C-B3A4-860F-0573-F039CBADF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97ECD69F-BBB7-3626-8D51-7B1CB13FF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5305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8950CB-2F90-C6F2-FD5D-C03B78B89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D089648-944D-7F60-A0BC-11AB13C92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CCE8131-D64D-5F10-D850-C9687B27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13E56D1-8DF8-4231-09DC-0D9841630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A1CEB2E6-D7D9-D06E-2F79-75C68F45B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0AB9CF9-FE40-A39E-F401-F729031CB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6435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C61DEE-BF00-7183-20BF-584213EDC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132F43D-7DAD-7CEF-965C-E66ED8FE85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38F5B74-F561-D46B-CB0E-3D4F19344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46F7396-E461-2188-55E0-C6B3F439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CDB24B6-B5F9-3039-64E4-1805503A9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917AC31-3642-EEAF-862E-98CD2A08D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54425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B8175E-770A-E8E3-37E7-CC398FEC0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B77092D5-E018-5595-F03A-DC6569D264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C5E7D45-41E0-C7AF-9F43-ABAE1B4E4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46C2E66-F7ED-E4A5-D36A-7FCC15B2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DD71F28C-387F-165C-2C6C-FCFDCDA0F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34838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3957B4E-B268-FCED-3E0C-A11789A17B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6D7E42C-83EA-1937-07F0-0940A5E12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9835968-EBA8-CDBB-66B1-3A6D11A6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5A6D0F1-740D-7BB9-B25D-3C97E07F0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3003AD3-1A20-E10E-CBA5-9120A3886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2812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423821EA-8052-8DFA-8C1D-409959B51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4245C6-D2FF-C96B-3D0A-196C295167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63F4D51-B9C1-3EBA-10EB-E7723C804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580A52-CE6C-4AEF-83BB-66165ED67ED7}" type="datetimeFigureOut">
              <a:rPr lang="nl-BE" smtClean="0"/>
              <a:t>11/12/2025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E82D6C9-18B6-BEF8-607D-751536D519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1B8E13F-4FC8-3D27-1C26-4B38722FC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B093D9-518A-45F2-B7C5-14FF0DAA0A9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67085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A5BAA-415B-4F9D-FA2F-72AA0F7E71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nl-BE" dirty="0"/>
              <a:t>CASE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19FF9952-6D02-0E34-F721-DA64BDC5D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r>
              <a:rPr lang="nl-BE" dirty="0"/>
              <a:t>Makers van de website case.codezi.be</a:t>
            </a:r>
          </a:p>
          <a:p>
            <a:r>
              <a:rPr lang="nl-BE" dirty="0" err="1"/>
              <a:t>Ziggy</a:t>
            </a:r>
            <a:r>
              <a:rPr lang="nl-BE" dirty="0"/>
              <a:t> &amp; </a:t>
            </a:r>
            <a:r>
              <a:rPr lang="nl-BE" dirty="0" err="1"/>
              <a:t>Ahmet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33923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300402-1ADB-8457-9BF6-C352A626A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452"/>
            <a:ext cx="10515600" cy="1325563"/>
          </a:xfrm>
        </p:spPr>
        <p:txBody>
          <a:bodyPr anchor="t"/>
          <a:lstStyle/>
          <a:p>
            <a:pPr algn="ctr"/>
            <a:r>
              <a:rPr lang="nl-BE" dirty="0"/>
              <a:t>Woensdag</a:t>
            </a:r>
            <a:br>
              <a:rPr lang="nl-BE" dirty="0"/>
            </a:br>
            <a:r>
              <a:rPr lang="nl-BE" dirty="0"/>
              <a:t>De start van de case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C4B0FC0-5FAF-66AE-601B-F1BAB6FA76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5626" cy="4351338"/>
          </a:xfrm>
        </p:spPr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Start van de case.</a:t>
            </a:r>
            <a:endParaRPr lang="en-US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Brainstorm over mogelijke concepten.</a:t>
            </a:r>
            <a:endParaRPr lang="nl-BE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Definitieve keuze maken was lastig.</a:t>
            </a:r>
            <a:endParaRPr lang="nl-BE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Even afstand nemen.</a:t>
            </a:r>
            <a:endParaRPr lang="nl-BE" sz="2000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Thuis nagedacht over ideeën.</a:t>
            </a:r>
            <a:endParaRPr lang="nl-BE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Thuis top 3 concepten.</a:t>
            </a:r>
            <a:endParaRPr lang="nl-BE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Volgende dag konden we gerichter  werken.</a:t>
            </a:r>
            <a:endParaRPr lang="nl-BE"/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5" name="Afbeelding 4" descr="Afbeelding met kleding, tafel, tekenfilm, persoon&#10;&#10;Door AI gegenereerde inhoud is mogelijk onjuist.">
            <a:extLst>
              <a:ext uri="{FF2B5EF4-FFF2-40B4-BE49-F238E27FC236}">
                <a16:creationId xmlns:a16="http://schemas.microsoft.com/office/drawing/2014/main" id="{C1EA638B-96C6-3C0C-A8BA-044259D497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536" y="1620981"/>
            <a:ext cx="5614937" cy="407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64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978C91-1F47-8AF0-EBFF-26F073E69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Donderdag</a:t>
            </a:r>
            <a:br>
              <a:rPr lang="nl-BE" dirty="0"/>
            </a:br>
            <a:r>
              <a:rPr lang="nl-BE" dirty="0"/>
              <a:t>De beslissing, de </a:t>
            </a:r>
            <a:r>
              <a:rPr lang="nl-BE" dirty="0" err="1"/>
              <a:t>wireframe</a:t>
            </a:r>
            <a:r>
              <a:rPr lang="nl-BE" dirty="0"/>
              <a:t> 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1C7C0B-3A84-333E-B934-13DF52FC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0358" y="1825625"/>
            <a:ext cx="5863442" cy="4351338"/>
          </a:xfrm>
        </p:spPr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Dag 2 bespreken we elkaars top 3.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We kiezen gezamenlijk voor een </a:t>
            </a:r>
            <a:r>
              <a:rPr lang="nl-BE" sz="2000" dirty="0" err="1">
                <a:ea typeface="+mn-lt"/>
                <a:cs typeface="+mn-lt"/>
              </a:rPr>
              <a:t>all</a:t>
            </a:r>
            <a:r>
              <a:rPr lang="nl-BE" sz="2000" dirty="0">
                <a:ea typeface="+mn-lt"/>
                <a:cs typeface="+mn-lt"/>
              </a:rPr>
              <a:t> </a:t>
            </a:r>
            <a:r>
              <a:rPr lang="nl-BE" sz="2000" dirty="0" err="1">
                <a:ea typeface="+mn-lt"/>
                <a:cs typeface="+mn-lt"/>
              </a:rPr>
              <a:t>you</a:t>
            </a:r>
            <a:r>
              <a:rPr lang="nl-BE" sz="2000" dirty="0">
                <a:ea typeface="+mn-lt"/>
                <a:cs typeface="+mn-lt"/>
              </a:rPr>
              <a:t> </a:t>
            </a:r>
            <a:r>
              <a:rPr lang="nl-BE" sz="2000" dirty="0" err="1">
                <a:ea typeface="+mn-lt"/>
                <a:cs typeface="+mn-lt"/>
              </a:rPr>
              <a:t>can</a:t>
            </a:r>
            <a:r>
              <a:rPr lang="nl-BE" sz="2000" dirty="0">
                <a:ea typeface="+mn-lt"/>
                <a:cs typeface="+mn-lt"/>
              </a:rPr>
              <a:t> </a:t>
            </a:r>
            <a:r>
              <a:rPr lang="nl-BE" sz="2000" dirty="0" err="1">
                <a:ea typeface="+mn-lt"/>
                <a:cs typeface="+mn-lt"/>
              </a:rPr>
              <a:t>eat</a:t>
            </a:r>
            <a:r>
              <a:rPr lang="nl-BE" sz="2000" dirty="0">
                <a:ea typeface="+mn-lt"/>
                <a:cs typeface="+mn-lt"/>
              </a:rPr>
              <a:t>-restaurant..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Starten met  brainstormen over de website.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Het concept wordt verder uitgewerkt tot een helder beeld.</a:t>
            </a:r>
            <a:endParaRPr lang="nl-BE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In </a:t>
            </a:r>
            <a:r>
              <a:rPr lang="nl-BE" sz="2000" dirty="0" err="1">
                <a:ea typeface="+mn-lt"/>
                <a:cs typeface="+mn-lt"/>
              </a:rPr>
              <a:t>Figma</a:t>
            </a:r>
            <a:r>
              <a:rPr lang="nl-BE" sz="2000" dirty="0">
                <a:ea typeface="+mn-lt"/>
                <a:cs typeface="+mn-lt"/>
              </a:rPr>
              <a:t> wordt de </a:t>
            </a:r>
            <a:r>
              <a:rPr lang="nl-BE" sz="2000" dirty="0" err="1">
                <a:ea typeface="+mn-lt"/>
                <a:cs typeface="+mn-lt"/>
              </a:rPr>
              <a:t>wireframe</a:t>
            </a:r>
            <a:r>
              <a:rPr lang="nl-BE" sz="2000" dirty="0">
                <a:ea typeface="+mn-lt"/>
                <a:cs typeface="+mn-lt"/>
              </a:rPr>
              <a:t> ontworpen.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Aan het einde van de dag ligt het volledige ontwerp klaar.</a:t>
            </a:r>
            <a:endParaRPr lang="nl-BE">
              <a:ea typeface="+mn-lt"/>
              <a:cs typeface="+mn-lt"/>
            </a:endParaRPr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5" name="Afbeelding 4" descr="Afbeelding met pen, verbruiksartikelen voor kantoor, briefpapier, Kantoorinstrument&#10;&#10;Door AI gegenereerde inhoud is mogelijk onjuist.">
            <a:extLst>
              <a:ext uri="{FF2B5EF4-FFF2-40B4-BE49-F238E27FC236}">
                <a16:creationId xmlns:a16="http://schemas.microsoft.com/office/drawing/2014/main" id="{981A43FA-8BF0-243B-8E61-83C966AF8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939" y="2302895"/>
            <a:ext cx="4448824" cy="296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993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34443-95F4-ABCE-DA18-13E1E68C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379"/>
            <a:ext cx="10515600" cy="1374013"/>
          </a:xfrm>
        </p:spPr>
        <p:txBody>
          <a:bodyPr/>
          <a:lstStyle/>
          <a:p>
            <a:pPr algn="ctr"/>
            <a:r>
              <a:rPr lang="nl-BE" dirty="0"/>
              <a:t>Vrijdag</a:t>
            </a:r>
            <a:br>
              <a:rPr lang="nl-BE" dirty="0"/>
            </a:br>
            <a:r>
              <a:rPr lang="nl-BE" dirty="0"/>
              <a:t>aanpassing </a:t>
            </a:r>
            <a:r>
              <a:rPr lang="nl-BE" dirty="0" err="1"/>
              <a:t>wirefarme</a:t>
            </a:r>
            <a:r>
              <a:rPr lang="nl-BE" dirty="0"/>
              <a:t>, start van coderen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5912A0E-CC01-293D-3487-400E82AD2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46" y="1719241"/>
            <a:ext cx="6279789" cy="1325563"/>
          </a:xfrm>
        </p:spPr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Dag 3: kleine verbeteringen aan het </a:t>
            </a:r>
            <a:r>
              <a:rPr lang="nl-BE" sz="2000" err="1">
                <a:ea typeface="+mn-lt"/>
                <a:cs typeface="+mn-lt"/>
              </a:rPr>
              <a:t>wireframe</a:t>
            </a:r>
            <a:r>
              <a:rPr lang="nl-BE" sz="2000" dirty="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Start met het coderen van de navigatiebalk en </a:t>
            </a:r>
            <a:r>
              <a:rPr lang="nl-BE" sz="2000" err="1">
                <a:ea typeface="+mn-lt"/>
                <a:cs typeface="+mn-lt"/>
              </a:rPr>
              <a:t>footer</a:t>
            </a:r>
            <a:r>
              <a:rPr lang="nl-BE" sz="2000" dirty="0">
                <a:ea typeface="+mn-lt"/>
                <a:cs typeface="+mn-lt"/>
              </a:rPr>
              <a:t>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Eerste stappen uitwerking van de indexpagina.</a:t>
            </a:r>
            <a:endParaRPr lang="nl-BE" i="1" u="sng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nl-BE" sz="2000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EBBD0C1E-74BE-0D80-54F0-95AF90860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740" y="2917804"/>
            <a:ext cx="7364520" cy="380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52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F6F98-BA0F-2F98-AEED-E877EDD1B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Zaterdag &amp; Zondag</a:t>
            </a:r>
            <a:br>
              <a:rPr lang="nl-BE" dirty="0"/>
            </a:br>
            <a:r>
              <a:rPr lang="nl-BE" dirty="0"/>
              <a:t>Veranderen in een </a:t>
            </a:r>
            <a:r>
              <a:rPr lang="nl-BE" dirty="0" err="1"/>
              <a:t>htmlmonkey</a:t>
            </a:r>
            <a:endParaRPr lang="nl-BE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92B6BE-91ED-24A4-15A0-05B6F10C7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Zaterdag: grote vooruitgang aan het project.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Indexpagina verder uitwerken en finetunen.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Contactpagina bijna klaar, enkel styling en validatie ontbreken.</a:t>
            </a:r>
          </a:p>
          <a:p>
            <a:pPr marL="0" indent="0">
              <a:buNone/>
            </a:pPr>
            <a:endParaRPr lang="nl-BE" sz="20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Zondag: HTML- en CSS-structuur van de contactpagina afronden.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Start met het opzetten van het registratieformulier.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Tussendoor ook tijd voor ontspanning.</a:t>
            </a:r>
            <a:endParaRPr lang="nl-BE">
              <a:ea typeface="+mn-lt"/>
              <a:cs typeface="+mn-lt"/>
            </a:endParaRPr>
          </a:p>
          <a:p>
            <a:pPr marL="0" indent="0">
              <a:buNone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196203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5D08A0-1126-A74B-94EF-A815EBDE5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Maandag</a:t>
            </a:r>
            <a:br>
              <a:rPr lang="nl-BE" dirty="0"/>
            </a:br>
            <a:r>
              <a:rPr lang="nl-BE" dirty="0"/>
              <a:t>Start validatie contact pagina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F63539A-1A87-7D9E-69BE-B8DBF8E35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0004"/>
            <a:ext cx="6247410" cy="4351338"/>
          </a:xfrm>
        </p:spPr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Start met de validatie van het contactformulier.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Start van het registratieformulier.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Dankzij taakverdeling werken we efficiënt.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Aan het einde van de dag is het contactformulier volledig werkend en gevalideerd.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Het registratieformulier krijgt een sterke visuele structuur.</a:t>
            </a:r>
            <a:endParaRPr lang="nl-BE">
              <a:ea typeface="+mn-lt"/>
              <a:cs typeface="+mn-lt"/>
            </a:endParaRPr>
          </a:p>
          <a:p>
            <a:pPr marL="0" indent="0">
              <a:buNone/>
            </a:pPr>
            <a:endParaRPr lang="nl-BE" sz="2000" i="1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1DB92B8C-E8BC-54FA-2965-B09F53846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993" y="1900050"/>
            <a:ext cx="4479690" cy="460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36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5E6B76-C820-8455-DE1A-CDB906DE9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Dinsdag</a:t>
            </a:r>
            <a:br>
              <a:rPr lang="nl-BE" dirty="0"/>
            </a:br>
            <a:r>
              <a:rPr lang="nl-BE" dirty="0"/>
              <a:t>Start javascript avontuur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7A054C-99BC-446C-3095-1232CC2B3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3755"/>
            <a:ext cx="5891151" cy="435133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nl-BE" sz="2000" dirty="0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Uitwerken van de ‘Onze Keuken’-pagina: inhoud en visuele opbouw.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 err="1">
                <a:ea typeface="+mn-lt"/>
                <a:cs typeface="+mn-lt"/>
              </a:rPr>
              <a:t>JavaScript</a:t>
            </a:r>
            <a:r>
              <a:rPr lang="nl-BE" sz="2000" dirty="0">
                <a:ea typeface="+mn-lt"/>
                <a:cs typeface="+mn-lt"/>
              </a:rPr>
              <a:t> voor het reserveringsformulier starten.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Duidelijke vooruitgang geboekt.</a:t>
            </a:r>
            <a:endParaRPr lang="nl-BE">
              <a:ea typeface="+mn-lt"/>
              <a:cs typeface="+mn-lt"/>
            </a:endParaRPr>
          </a:p>
          <a:p>
            <a:pPr marL="0" indent="0">
              <a:buNone/>
            </a:pPr>
            <a:endParaRPr lang="nl-BE" sz="2000" dirty="0">
              <a:ea typeface="+mn-lt"/>
              <a:cs typeface="+mn-lt"/>
            </a:endParaRPr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2B98FCD-0920-26F5-07EC-1CCB9BFD5F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8382" y="1870503"/>
            <a:ext cx="3226496" cy="455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11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4FBDD0F-BB68-9AA4-7B3F-477B70279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Woensdag</a:t>
            </a:r>
            <a:br>
              <a:rPr lang="nl-BE" dirty="0"/>
            </a:br>
            <a:r>
              <a:rPr lang="nl-BE" dirty="0"/>
              <a:t>Foutje van de firma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D881B9B-72F8-0A9E-1192-FC572570AD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5542" y="1825625"/>
            <a:ext cx="6738257" cy="4351338"/>
          </a:xfrm>
        </p:spPr>
        <p:txBody>
          <a:bodyPr anchor="ctr">
            <a:normAutofit/>
          </a:bodyPr>
          <a:lstStyle/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Woensdag: ‘Onze Keuken’-pagina volledig afgewerkt.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Lay-out en inhoud compleet uitgewerkt.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Fout ontdekt in het contactformulier.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 err="1">
                <a:ea typeface="+mn-lt"/>
                <a:cs typeface="+mn-lt"/>
              </a:rPr>
              <a:t>JavaScript</a:t>
            </a:r>
            <a:r>
              <a:rPr lang="nl-BE" sz="2000" dirty="0">
                <a:ea typeface="+mn-lt"/>
                <a:cs typeface="+mn-lt"/>
              </a:rPr>
              <a:t> voor het reserveringsformulier volledig herschreven.</a:t>
            </a:r>
            <a:endParaRPr lang="nl-BE" dirty="0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Validatie nu correct en overzichtelijk.</a:t>
            </a:r>
            <a:endParaRPr lang="nl-BE">
              <a:ea typeface="+mn-lt"/>
              <a:cs typeface="+mn-lt"/>
            </a:endParaRPr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5" name="Afbeelding 4" descr="Afbeelding met persoon, kleding, Menselijk gezicht, Elleboog&#10;&#10;Door AI gegenereerde inhoud is mogelijk onjuist.">
            <a:extLst>
              <a:ext uri="{FF2B5EF4-FFF2-40B4-BE49-F238E27FC236}">
                <a16:creationId xmlns:a16="http://schemas.microsoft.com/office/drawing/2014/main" id="{298A0209-3210-9C15-B424-6ACC2E2D6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34" y="2569328"/>
            <a:ext cx="3988937" cy="2863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93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3F000E-D637-22F0-D5C5-2EFBE658B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BE" dirty="0"/>
              <a:t>Donderdag</a:t>
            </a:r>
            <a:br>
              <a:rPr lang="nl-BE" dirty="0"/>
            </a:br>
            <a:r>
              <a:rPr lang="nl-BE" dirty="0"/>
              <a:t>Het einde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609AF3E-C814-9F91-FE57-EBCFDF64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40754" cy="3684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Donderdag: laatste testen en verbeteringen uitvoeren.</a:t>
            </a:r>
            <a:endParaRPr lang="en-US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Zorgen dat alles correct werkt.</a:t>
            </a:r>
            <a:endParaRPr lang="nl-BE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Website online zetten.</a:t>
            </a:r>
            <a:endParaRPr lang="nl-BE"/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Presentatie starten en afronden.</a:t>
            </a:r>
            <a:endParaRPr lang="nl-BE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nl-BE" sz="2000" dirty="0">
                <a:ea typeface="+mn-lt"/>
                <a:cs typeface="+mn-lt"/>
              </a:rPr>
              <a:t>Website volledig klaar voor gebruik.</a:t>
            </a:r>
            <a:endParaRPr lang="nl-BE">
              <a:ea typeface="+mn-lt"/>
              <a:cs typeface="+mn-lt"/>
            </a:endParaRPr>
          </a:p>
          <a:p>
            <a:pPr marL="0" indent="0">
              <a:buNone/>
            </a:pPr>
            <a:endParaRPr lang="nl-BE" sz="2000" dirty="0"/>
          </a:p>
        </p:txBody>
      </p:sp>
      <p:pic>
        <p:nvPicPr>
          <p:cNvPr id="7" name="Afbeelding 6" descr="Afbeelding met persoon, kleding, overdekt, muur&#10;&#10;Door AI gegenereerde inhoud is mogelijk onjuist.">
            <a:extLst>
              <a:ext uri="{FF2B5EF4-FFF2-40B4-BE49-F238E27FC236}">
                <a16:creationId xmlns:a16="http://schemas.microsoft.com/office/drawing/2014/main" id="{C296C885-3288-DB2A-F6FE-6727EA5008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838" y="2059475"/>
            <a:ext cx="5539153" cy="376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428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775</Words>
  <Application>Microsoft Office PowerPoint</Application>
  <PresentationFormat>Widescreen</PresentationFormat>
  <Paragraphs>24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Kantoorthema</vt:lpstr>
      <vt:lpstr>CASE</vt:lpstr>
      <vt:lpstr>Woensdag De start van de case</vt:lpstr>
      <vt:lpstr>Donderdag De beslissing, de wireframe </vt:lpstr>
      <vt:lpstr>Vrijdag aanpassing wirefarme, start van coderen</vt:lpstr>
      <vt:lpstr>Zaterdag &amp; Zondag Veranderen in een htmlmonkey</vt:lpstr>
      <vt:lpstr>Maandag Start validatie contact pagina</vt:lpstr>
      <vt:lpstr>Dinsdag Start javascript avontuur</vt:lpstr>
      <vt:lpstr>Woensdag Foutje van de firma</vt:lpstr>
      <vt:lpstr>Donderdag Het einde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FUW</dc:creator>
  <cp:lastModifiedBy>FUW</cp:lastModifiedBy>
  <cp:revision>120</cp:revision>
  <dcterms:created xsi:type="dcterms:W3CDTF">2025-12-11T12:37:11Z</dcterms:created>
  <dcterms:modified xsi:type="dcterms:W3CDTF">2025-12-11T16:04:21Z</dcterms:modified>
</cp:coreProperties>
</file>